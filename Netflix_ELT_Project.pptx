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1" r:id="rId7"/>
    <p:sldId id="260" r:id="rId8"/>
    <p:sldId id="262" r:id="rId9"/>
    <p:sldId id="264" r:id="rId10"/>
    <p:sldId id="263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1282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Modernizing Content Analytics: Netflix ELT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Building a Scalable Star Schema with </a:t>
            </a:r>
            <a:r>
              <a:rPr dirty="0" err="1"/>
              <a:t>dbt</a:t>
            </a:r>
            <a:r>
              <a:rPr dirty="0"/>
              <a:t> and </a:t>
            </a:r>
            <a:r>
              <a:rPr dirty="0" err="1"/>
              <a:t>BigQuery</a:t>
            </a:r>
            <a:endParaRPr dirty="0"/>
          </a:p>
          <a:p>
            <a:r>
              <a:rPr dirty="0"/>
              <a:t>Presented by: Team</a:t>
            </a:r>
            <a:r>
              <a:rPr lang="en-SG" dirty="0"/>
              <a:t> 5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Business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Current State: Manual handling of netflix_titles.csv</a:t>
            </a:r>
          </a:p>
          <a:p>
            <a:r>
              <a:t>• Data Integrity: Duplicates in show_id skewing metrics.</a:t>
            </a:r>
          </a:p>
          <a:p>
            <a:r>
              <a:t>• Latency: High manual effort for cleaning and formatting.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ELT Framework (Extract, Load, Transform)</a:t>
            </a:r>
          </a:p>
          <a:p>
            <a:r>
              <a:t>• Ingestion: Python/Pandas automation to BigQuery.</a:t>
            </a:r>
          </a:p>
          <a:p>
            <a:r>
              <a:t>• Compute: Google BigQuery as the SQL engine.</a:t>
            </a:r>
          </a:p>
          <a:p>
            <a:r>
              <a:t>• Transformation: dbt for modular SQL modeling.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Star Schema Evolution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Moving from Flat Files to Relational Models</a:t>
            </a:r>
          </a:p>
          <a:p>
            <a:r>
              <a:t>• Staging Layer: stg_netflix handles deduplication.</a:t>
            </a:r>
          </a:p>
          <a:p>
            <a:r>
              <a:t>• Fact Table: 'movies' (Quantitative data).</a:t>
            </a:r>
          </a:p>
          <a:p>
            <a:r>
              <a:t>• Dimensions: 'dim_directors' and 'dim_locations'.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117031-6226-1C2D-5711-247C4B36F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571840"/>
              </p:ext>
            </p:extLst>
          </p:nvPr>
        </p:nvGraphicFramePr>
        <p:xfrm>
          <a:off x="534837" y="1615425"/>
          <a:ext cx="8229600" cy="33223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87431229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70977166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9211560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Step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File/Command</a:t>
                      </a:r>
                      <a:endParaRPr lang="en-SG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Outcome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6448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 Source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netflix_titles.csv</a:t>
                      </a:r>
                      <a:endParaRPr lang="en-SG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Raw Data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628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2. Load</a:t>
                      </a:r>
                      <a:endParaRPr lang="en-SG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python load_to_bigquery.py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Data in </a:t>
                      </a:r>
                      <a:r>
                        <a:rPr lang="en-SG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raw_source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12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3. Clean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stg_netflix.sql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No Nulls / No Duplicates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8499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4. Structure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dim_directors.sql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Star Schema Created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4641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5. Validate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dbt test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Data Integrity Confirmed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6825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6. Insight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business_analysis.py</a:t>
                      </a:r>
                      <a:endParaRPr lang="en-SG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SG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Matplotlib Charts Generated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4678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0199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62630F-8F1A-9C90-FBAB-B655FD939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838" y="923026"/>
            <a:ext cx="8082951" cy="441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269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Value Proposition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• Operational Efficiency: Automated ingestion reduces manual labor.</a:t>
            </a:r>
          </a:p>
          <a:p>
            <a:r>
              <a:t>• Cost Optimization: Strategic materialization (Views vs. Tables).</a:t>
            </a:r>
          </a:p>
          <a:p>
            <a:r>
              <a:t>• Strategic Insights: Mapping regional growth and talent trends.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88736D-F5CC-A6A8-5305-3A3CB66EA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84" y="1340939"/>
            <a:ext cx="8199831" cy="4176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090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67B032E-6BC3-E98F-12E1-00AEEA024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130" y="443060"/>
            <a:ext cx="3330229" cy="11583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FE20D3-52F0-3D97-F543-C15A651F3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" y="1746013"/>
            <a:ext cx="8969517" cy="436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386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2442E4-3FA9-F172-F6B8-6248B75D4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21" y="1382852"/>
            <a:ext cx="7582557" cy="409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562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250</Words>
  <Application>Microsoft Office PowerPoint</Application>
  <PresentationFormat>On-screen Show (4:3)</PresentationFormat>
  <Paragraphs>43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Google Sans Text</vt:lpstr>
      <vt:lpstr>Office Theme</vt:lpstr>
      <vt:lpstr>Modernizing Content Analytics: Netflix ELT Pipeline</vt:lpstr>
      <vt:lpstr>The Business Challenge</vt:lpstr>
      <vt:lpstr>Technical Architecture</vt:lpstr>
      <vt:lpstr>Star Schema Evolution</vt:lpstr>
      <vt:lpstr>PowerPoint Presentation</vt:lpstr>
      <vt:lpstr>PowerPoint Presentation</vt:lpstr>
      <vt:lpstr>Business Value Proposition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Javan Law</dc:creator>
  <cp:keywords/>
  <dc:description>generated using python-pptx</dc:description>
  <cp:lastModifiedBy>Javan Law</cp:lastModifiedBy>
  <cp:revision>6</cp:revision>
  <dcterms:created xsi:type="dcterms:W3CDTF">2013-01-27T09:14:16Z</dcterms:created>
  <dcterms:modified xsi:type="dcterms:W3CDTF">2026-03-03T22:13:33Z</dcterms:modified>
  <cp:category/>
</cp:coreProperties>
</file>